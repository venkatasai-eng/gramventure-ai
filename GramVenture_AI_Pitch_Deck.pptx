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37160" cy="4754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26091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GramVenture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Hyper-Local Business Advisory &amp; Financial Structuring Assistant for Rural Micro-Entrepreneurs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Village. Your Opportunity. Your Business Plan."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389120"/>
            <a:ext cx="10058400" cy="1280160"/>
          </a:xfrm>
          <a:prstGeom prst="roundRect">
            <a:avLst/>
          </a:prstGeom>
          <a:solidFill>
            <a:srgbClr val="16653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480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Participant Details: [Insert Team Name / Hackathon Participant Names Here]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Area: Rural FinTech, Algorithmic Micro-Lending Advisory, Grounded AI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Geography: Rural &amp; Semi-Urban India (Piloted in Telangana &amp; Andhra Pradesh)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RURAL ENTERPRISE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68% of Rural Micro-Ventures Face Early Financial Distress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Hyper-Local Information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youth and self-help group members lack credible village-level commercial intelligence.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enterprise statistics are aggregated at district level and fail at village scale.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Aspiring founders copy existing businesses blindly without measuring local customer density or supplier logistics.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Financial Sizing Blindspot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Borrowers conflate Scheme Sanction Maximums with Cash-Flow Affordability.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Entrepreneurs borrow the highest sanctioned amount (e.g. ₹9 Lakhs) under 90% debt assumptions.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Unmodeled working capital shortfalls and repayment delays create immediate non-performing loan crises.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Generic AI Hallucinations in FinTech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LLMs fabricate financial figures, repayment tables, and fictitious village demand.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Micro-borrowers are misled by optimistic AI statements guaranteeing loan approvals.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separation between verified market evidence, statistical models, and user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GRAMVENTURE AI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Smarter Business Before You Borrow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5740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Evidence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competitor &amp; pricing logging with provenance badges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205740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6324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8-trade unit economics across low/base/high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205740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5780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Structuring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scheme caps, actual equity sizing, reducing-balance EMIs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463040"/>
            <a:ext cx="205740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5236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Simulator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cash-flow shock testing (sales drop, delays, inflation)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09760" y="1463040"/>
            <a:ext cx="205740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4692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Bankable Blueprint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25-section DPR exportable as PDF with 90-day checklist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029200"/>
            <a:ext cx="10789920" cy="109728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166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PRINCIPLE: ZERO LLM INVOLVEMENT IN FINANCIAL MATH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and scoring are 100% deterministic code. Language models are strictly confined to contextual interpretation and vernacular translation.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WORKFLOW &amp; DEMO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Evaluation of the Required ₹1,00,000 Scenario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Location &amp; Evidence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Pilot: Rampur, Dharmasagar Block, Warangal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Badges: Official Data, Verified Local, Model Estimate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Competitors Logged: 2 informal dairy vendors, 5 kirana stores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Evidence Coverage: 68% (with missing data warnings)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Transparent Business Comparison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Evaluated 3 models: Dairy Unit vs Grocery vs Mobile Repair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CapEx + Working Capital schedules for low/base/high cases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Explainable 5-pillar ranking (Affordability 30%, Evidence 25%...)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Dairy Capex: ₹10,00,000 (animals, shed, 30-day feed float)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Smart Scheme Router &amp; Amortization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Routed to Term Loan Scheme (8.0% p.a., 84 mo tenure, 6 mo moratorium)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Theoretical project: ₹10,00,000 | Max Loan: ₹9,00,000 (90%)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Actual required contribution: ₹1,00,000 (Matched by savings)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quarterly schedule + ₹15,165 monthly EMI equivalent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Business Survival Stress Simulation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DSCR: 1.45 (Healthy buffer &gt; 1.25)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20% Adverse Sales Decline: Cash flow compresses sharply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Stressed DSCR drops to 0.88 (&lt; 1.00 Deficit Warning)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urges project resizing to ₹6,50,000 before debt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TRUST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 Deterministic Code vs Generative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78992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(React + Tailwind)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0" y="160020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618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Interactivity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1366×768 desktop &amp; mobile views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iconography, Recharts visualizations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Bilingual interface: English &amp; Telugu (తెలుగు)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Accessible form inputs with instant error 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78992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 Engines (TypeScript)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31546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3172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Math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 Engine: Reducing-balance amortization, DSCR, caps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Economics: 8 business models, CapEx/OpEx tables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Scoring Engine: 5-component weighted ranking algorithm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Engine: Provenance tracking &amp; coverage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1078992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Advisory &amp; Report Generator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0" y="470916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4727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Intelligence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Dual-mode Advisor: Live Gemini 1.5 Flash + Rule Fallback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Read-only context injection (cannot modify loan values)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PDF &amp; PPTX generators (jsPDF, PptxGenJS)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/ IndexedDB session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ENGINEERING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Debt Structuring for Vulnerable Borrowers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Boundary Routing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Finance (≤ ₹1.4L) vs Term Loan (&gt; ₹1.4L to ₹50L)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handle project limits, funding caps (90%), interest rates (6.5% vs 8%), tenures (36 vs 84 mo), and moratoriums (3 vs 6 mo). Over-cost projects rejected honestly without fabricating schemes.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Contribution Recalculation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Equity = Selected Project Cost − Eligible Loan Amount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statutory loan caps bite (e.g. ₹1,25,000 max in Micro Finance), promoter contribution automatically scales above 10%. The system never silently approves loans where required equity exceeds borrower savings.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Grounded DSCR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DSCR = Net Operating Cash Available / Scheduled Debt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living expenses and essential reserves are deducted upfront before debt capacity is evaluated. Zero-division and division-by-zero handled safely.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vs Eligibility Separation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Affordable Principal = PVIFA(Monthly Surplus, r, 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separates "Maximum Eligible Scheme Loan" from "Cash-Flow Safe Loan". Generates prominent warnings when scheme ceilings exceed business repayment capacity.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ETHICAL AI SAFEGUARDS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Rural Entrepreneurs with Honest Decision Support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Target Beneficiaries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First-time rural youth starting local enterprises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Rural women &amp; SHG cluster collectives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Dairy, poultry, and agri-service operators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Beneficiaries of concessional development schemes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Ethical 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disclaimer: Does NOT guarantee loan sanction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number tagged with source &amp; verification state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data highlighted; never hidden behind fake score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Prompts user to verify terms at District Industries Centre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Multilingual Inclusivity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functional English &amp; Telugu (తెలుగు) interfaces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Preserves identical numeric outputs across languages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Plain-language audio-friendly vernacular summaries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for low-bandwidth 1366×768 laptops &amp; tablets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GramVenture AI: De-risking Rural Capital Before Borrowing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89920" cy="201168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SUBMISSION STATUS: PRODUCTION PROTOTYPE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52 automated tests passing across financial structuring and business scoring engines.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Zero-hallucination deterministic financial math verifying 10% equity, scheme limits, and reducing-balance schedules.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Interactive survival simulator dynamically resizing loans under adverse sales stress.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 for judge interaction with 1-click Rampur pilot preset, bilingual support, and instant PDF blueprint export.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Lead Bank API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sandbox routing to JanSamarth and regional rural bank loan origination portals.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Geo-Spatial Satellite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Bhuvan / Copernicus open data for real-time village crop and water table viability.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Expanded Indic Dialects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 conversational IVR in Hindi, Tamil, Kannada, Marathi, and Bengali.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GramVenture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GramVenture AI Pitch Deck</dc:title>
  <dc:subject>Problem Statement ID: 26091</dc:subject>
  <dc:creator>GramVenture AI Team</dc:creator>
  <cp:lastModifiedBy>GramVenture AI Team</cp:lastModifiedBy>
  <cp:revision>1</cp:revision>
  <dcterms:created xsi:type="dcterms:W3CDTF">2026-10-20T05:06:17Z</dcterms:created>
  <dcterms:modified xsi:type="dcterms:W3CDTF">2026-10-20T05:06:17Z</dcterms:modified>
</cp:coreProperties>
</file>